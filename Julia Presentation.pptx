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  <p:embeddedFont>
      <p:font typeface="Merriweath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bold.fntdata"/><Relationship Id="rId11" Type="http://schemas.openxmlformats.org/officeDocument/2006/relationships/slide" Target="slides/slide6.xml"/><Relationship Id="rId22" Type="http://schemas.openxmlformats.org/officeDocument/2006/relationships/font" Target="fonts/Merriweather-boldItalic.fntdata"/><Relationship Id="rId10" Type="http://schemas.openxmlformats.org/officeDocument/2006/relationships/slide" Target="slides/slide5.xml"/><Relationship Id="rId21" Type="http://schemas.openxmlformats.org/officeDocument/2006/relationships/font" Target="fonts/Merriweath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erriweather-regular.fnt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8dc0b5d56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8dc0b5d56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8dc0b5d5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8dc0b5d5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8dc0b5d56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c8dc0b5d56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91b16bc1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91b16bc1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8dc0b5d5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8dc0b5d5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 lets you write math like actual math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990df2feb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990df2fe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used @time to show how long it took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Julia doesn’t require special tricks to be fast. Even basic loops perform well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c990df2feb_1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c990df2feb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“Julia automatically chooses the correct method depending on the data type.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That’s called multiple dispatch, and it’s one of Julia’s biggest strengths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ba8a2279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ba8a2279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1501625" y="157250"/>
            <a:ext cx="1633500" cy="8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281575" y="4408975"/>
            <a:ext cx="5783400" cy="5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 Garcia, </a:t>
            </a:r>
            <a:r>
              <a:rPr lang="en"/>
              <a:t>Gabriell Go, Daniel Hong</a:t>
            </a:r>
            <a:endParaRPr/>
          </a:p>
        </p:txBody>
      </p:sp>
      <p:pic>
        <p:nvPicPr>
          <p:cNvPr id="66" name="Google Shape;66;p13" title="julia-logo-colo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6850" y="722650"/>
            <a:ext cx="2243050" cy="14019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>
            <p:ph type="ctrTitle"/>
          </p:nvPr>
        </p:nvSpPr>
        <p:spPr>
          <a:xfrm>
            <a:off x="155225" y="2044475"/>
            <a:ext cx="4326300" cy="14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Programming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Julia was started in 2009 by </a:t>
            </a:r>
            <a:r>
              <a:rPr lang="en">
                <a:solidFill>
                  <a:srgbClr val="000000"/>
                </a:solidFill>
              </a:rPr>
              <a:t>Stefan Karpinski, Viral B. Shah, </a:t>
            </a:r>
            <a:r>
              <a:rPr lang="en">
                <a:solidFill>
                  <a:srgbClr val="000000"/>
                </a:solidFill>
              </a:rPr>
              <a:t>Jeff Bezanson, and Alan Edelman at MIT.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It was publically announced in 2012, and version 1.0 was released in 2018.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Because it was made by a group of computer scientists and applied mathematicians, Julia was made with scientific/mathematical computing in mind.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50" y="1730875"/>
            <a:ext cx="3541451" cy="234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was it made?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 creators of Julia had a clear goal in mind: to solve the “two-language problem” in scientific computing — where researchers prototype in high-level languages but rewrite performance-critical code in lower-level languages like C or Fortran.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475" y="2236750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image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5344" y="1946394"/>
            <a:ext cx="3015675" cy="101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 title="Fortra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7100" y="4013300"/>
            <a:ext cx="823250" cy="8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Speed (thanks to JIT compiler)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Clean and readable syntax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Great for math and scientific computing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Strong support for parallel computing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Powerful package ecosystem </a:t>
            </a:r>
            <a:r>
              <a:rPr lang="en">
                <a:solidFill>
                  <a:srgbClr val="000000"/>
                </a:solidFill>
              </a:rPr>
              <a:t>for science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4900" y="3199000"/>
            <a:ext cx="2743313" cy="182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850" y="1082825"/>
            <a:ext cx="3160508" cy="192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First-run compilation delay due to JIT compiler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Smaller ecosystem than Python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Deployment can be complex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Learning performance </a:t>
            </a:r>
            <a:r>
              <a:rPr lang="en">
                <a:solidFill>
                  <a:srgbClr val="000000"/>
                </a:solidFill>
              </a:rPr>
              <a:t>optimization</a:t>
            </a:r>
            <a:r>
              <a:rPr lang="en">
                <a:solidFill>
                  <a:srgbClr val="000000"/>
                </a:solidFill>
              </a:rPr>
              <a:t> takes time and practice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25" y="1180950"/>
            <a:ext cx="3309779" cy="182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1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No need to write return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No need for curly braces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Print statement is just println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Easy math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1600" y="1484500"/>
            <a:ext cx="2755475" cy="2327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2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572000" y="38997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Simple loop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No tricks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Still very fast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2" name="Google Shape;1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000" y="1433000"/>
            <a:ext cx="2614349" cy="257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3 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4572000" y="38997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Multiple Dispatch is a core feature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Same function name </a:t>
            </a:r>
            <a:endParaRPr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>
                <a:solidFill>
                  <a:srgbClr val="000000"/>
                </a:solidFill>
              </a:rPr>
              <a:t>Different behaviour based on type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000" y="1337350"/>
            <a:ext cx="3418650" cy="25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4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Provides built in matrices functionality as well as linear algebra</a:t>
            </a:r>
            <a:endParaRPr/>
          </a:p>
        </p:txBody>
      </p:sp>
      <p:pic>
        <p:nvPicPr>
          <p:cNvPr id="126" name="Google Shape;126;p21" title="Screenshot 2026-02-27 at 10.55.05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88" y="2023175"/>
            <a:ext cx="4214363" cy="18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